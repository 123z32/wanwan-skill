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3A8A"/>
                </a:solidFill>
              </a:defRPr>
            </a:pPr>
            <a:r>
              <a:t>RAG 系统技术分享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什么是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Retrieval-Augmented Generation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检索增强生成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结合 LLM 和向量数据库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核心架构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文档切片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Embedding 向量化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相似度检索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LLM 生成回答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应用场景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企业知识库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智能客服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文档问答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个人知识管理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技术优势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减少幻觉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提高准确性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支持私有数据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可追溯来源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实施步骤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1. 数据收集与清洗</a:t>
            </a:r>
            <a:br/>
            <a:r>
              <a:t>2. 文档切片与向量化</a:t>
            </a:r>
            <a:br/>
            <a:r>
              <a:t>3. 构建向量数据库</a:t>
            </a:r>
            <a:br/>
            <a:r>
              <a:t>4. 集成 LLM API</a:t>
            </a:r>
            <a:br/>
            <a:r>
              <a:t>5. 优化检索策略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未来展望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多模态 RAG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实时检索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本地化部署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自动化优化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测试新增页面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这是第一点</a:t>
            </a:r>
          </a:p>
          <a:p>
            <a:pPr>
              <a:spcAft>
                <a:spcPts val="1200"/>
              </a:spcAft>
              <a:defRPr sz="2000"/>
            </a:pPr>
            <a:r>
              <a:t>• 这是第二点</a:t>
            </a:r>
          </a:p>
          <a:p>
            <a:pPr>
              <a:spcAft>
                <a:spcPts val="1200"/>
              </a:spcAft>
              <a:defRPr sz="2000"/>
            </a:pPr>
            <a:r>
              <a:t>• 这是第三点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